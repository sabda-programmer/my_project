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3F51B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3F51B5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E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BELAJAR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Teknologi di Balik Platform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Pengumpulan Tugas Online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teknologi, alasan pemilihan, dan cara kerja sistem — Login, Halaman Kelas, hingga Pengumpulan Tugas per Kelas.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PROYEK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Dibangun?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belajar dengan alur: Login → Halaman Utama (penjelasan platform &amp; daftar kelas) → Halaman tiap Kelas untuk memposting dan mengumpulkan tugas — semua tanpa database eksternal.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EF0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877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masuk sebelum mengakses platform.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63824" y="3611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E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25877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Utama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6576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platform lalu daftar 5 kelas dan kontak.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98464" y="3611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EF0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25877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🏫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Kelas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6576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posting tugas/pengumuman, ada 5 kelas terpisah.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33104" y="36118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51B5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52560" y="23317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EF0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52560" y="25877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Kumpulkan Tugas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6576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 unggah file, otomatis tersimpan per kelas.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Belajar — Presentasi Teknis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&amp; Alur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880360" cy="1554480"/>
          </a:xfrm>
          <a:prstGeom prst="roundRect">
            <a:avLst>
              <a:gd name="adj" fmla="val 5882"/>
            </a:avLst>
          </a:prstGeom>
          <a:solidFill>
            <a:srgbClr val="0D1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633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93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halaman kelas, form tugas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86200" y="2468880"/>
            <a:ext cx="2880360" cy="1554480"/>
          </a:xfrm>
          <a:prstGeom prst="roundRect">
            <a:avLst>
              <a:gd name="adj" fmla="val 5882"/>
            </a:avLst>
          </a:prstGeom>
          <a:solidFill>
            <a:srgbClr val="1A23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86200" y="2633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Multer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493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validasi, upload file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23760" y="24688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3F51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0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JSON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971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posts.json / kelas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4930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tugas &amp; komentar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66960" y="2468880"/>
            <a:ext cx="1691640" cy="1554480"/>
          </a:xfrm>
          <a:prstGeom prst="roundRect">
            <a:avLst>
              <a:gd name="adj" fmla="val 5882"/>
            </a:avLst>
          </a:prstGeom>
          <a:solidFill>
            <a:srgbClr val="0EA5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0" y="2633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2971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/uploads/&lt;kelas&gt;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104120" y="3493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fisik tugas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456432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556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793992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556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556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97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kelas punya folder &amp; file data sendiri — request divalidasi dulu (nama kelas harus ada di daftar 5 kelas) sebelum file disimpan.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Belajar — Presentasi Teknis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— FRONTEND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HTML, CSS, JavaScript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Teknologi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Alasan Dipilih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Struktur dasar halaman; ringan dan didukung semua browser tanpa perlu build tool.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CSS3 (mobile-first + media query)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Tampilan responsif dari layar kecil hingga desktop, tanpa dependensi framework CSS eksternal.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(Fetch API)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Komunikasi langsung ke backend (kirim form, unggah file) tanpa reload halaman, tetap ringan tanpa framework SPA.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solidFill>
            <a:srgbClr val="0D1B5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1600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Dipilih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0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7731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tanpa framework (React/Vue)?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aplikasi masih kecil (5 halaman kelas + 1 halaman utama), sehingga HTML/CSS/JS murni sudah cukup — lebih ringan, tanpa proses build, dan mudah dipelajari.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Belajar — Presentasi Teknis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— BACKEND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Node.js, Express, Multer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0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JavaScript di server — satu bahasa yang sama dengan frontend, mempercepat pengembangan.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0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860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routing minimalis; endpoint API (login, posting, submit tugas) mudah ditulis &amp; dirawat.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860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khusus menangani upload file (multipart/form-data), langsung menyimpan file ke folder tujuan.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0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544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2860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Mengizinkan frontend &amp; backend berkomunikasi dengan aman meski nanti dipisah domain/port.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UTAMA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64240" cy="16002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  <a:gridCol w="54864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/api/kelas/:kelas/posts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Ambil &amp; buat postingan tugas / pengumuman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/api/kelas/:kelas/posts/:id/submit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Terima file tugas, simpan ke folder kelas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/api/kelas/:kelas/files/:file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Buka / unduh file tugas yang terkumpul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Belajar — Presentasi Teknis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Tanpa Database?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EF0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Skala masih kecil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0720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kelas dengan jumlah tugas &amp; siswa terbatas — file JSON per kelas sudah cukup cepat dibaca/ditulis.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E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lebih sederhana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0720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instalasi &amp; konfigurasi server database terpisah; cukup jalankan Node.js.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EF0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mudah dipahami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80720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file tugas terlihat langsung di folder uploads/&lt;kelas&gt;/, memudahkan pemeriksaan manual.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EF0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3500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Cocok untuk pembelajaran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807208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logika aplikasi (routing, upload) tanpa kompleksitas query database di tahap awal.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0D1B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D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uploads/akuntansi/posts.json   (data tugas &amp; komentar)          uploads/akuntansi/files/   (file yang diunggah siswa)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D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uploads/bisnis-digital/posts.json                                   uploads/bisnis-digital/files/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D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(berlaku sama untuk 5 kelas — folder terpisah otomatis)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Belajar — Presentasi Teknis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5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UTAMA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Fitur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0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0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340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Gerbang masuk sebelum mengakses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856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2350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Platform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7340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utama menjelaskan cara kerja sebelum daftar kelas.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0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84464" y="1856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350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Halaman Kelas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7340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Akuntansi, Bisnis Digital, Adm. Bisnis, Humas, Manajemen Informatika.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0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867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361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 Tugas/Pengumuman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4573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membuat postingan lengkap dengan tenggat waktu.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5112" y="37033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0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7992" y="3867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07992" y="4361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Kirim Tugas per Kelas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07992" y="474573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siswa otomatis masuk ke folder kelas yang benar.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01584" y="37033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0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84464" y="3867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4361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Komentar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474573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singkat di tiap postingan tugas/pengumuman.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Belajar — Presentasi Teknis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3840480" cy="3840480"/>
          </a:xfrm>
          <a:prstGeom prst="ellipse">
            <a:avLst/>
          </a:prstGeom>
          <a:solidFill>
            <a:srgbClr val="3F51B5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E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144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Teknologi &amp; Alasan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EB8F2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0756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5603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— ringan, tanpa build tool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responsif ≥577px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untuk kirim data &amp; 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EB8F2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0756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5603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routing simpel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— upload file per kelas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bahasa dgn frontend (JS)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8745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EB8F2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20756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Penyimpanan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5603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JSON — cocok skala kecil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per kelas — terisolasi rapi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setup database eksternal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D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ini dipilih agar cepat dibangun, mudah dirawat, dan tetap bisa berkembang (mis. ganti ke database) saat jumlah pengguna bertambah.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2026-09-14T23:18:18Z</dcterms:created>
  <dcterms:modified xsi:type="dcterms:W3CDTF">2026-09-14T23:18:18Z</dcterms:modified>
</cp:coreProperties>
</file>